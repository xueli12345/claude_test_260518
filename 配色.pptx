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60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blipFill dpi="0" rotWithShape="1">
          <a:blip r:embed="rId4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8723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3" name="Object 2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494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5" name="Textfeld 8"/>
          <p:cNvSpPr txBox="1"/>
          <p:nvPr userDrawn="1"/>
        </p:nvSpPr>
        <p:spPr>
          <a:xfrm>
            <a:off x="98138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12" name="Gruppieren 11"/>
          <p:cNvGrpSpPr/>
          <p:nvPr userDrawn="1"/>
        </p:nvGrpSpPr>
        <p:grpSpPr>
          <a:xfrm rot="10800000">
            <a:off x="5270323" y="1073232"/>
            <a:ext cx="3102191" cy="3668821"/>
            <a:chOff x="13419475" y="2272729"/>
            <a:chExt cx="3367983" cy="3983164"/>
          </a:xfrm>
          <a:solidFill>
            <a:schemeClr val="accent2"/>
          </a:solidFill>
        </p:grpSpPr>
        <p:sp>
          <p:nvSpPr>
            <p:cNvPr id="15" name="Rechteck 14"/>
            <p:cNvSpPr/>
            <p:nvPr userDrawn="1"/>
          </p:nvSpPr>
          <p:spPr>
            <a:xfrm rot="2700000">
              <a:off x="14937358" y="754846"/>
              <a:ext cx="332218" cy="336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 rot="18900000">
              <a:off x="14954220" y="2953699"/>
              <a:ext cx="332218" cy="330219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3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419481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blipFill dpi="0" rotWithShape="1">
          <a:blip r:embed="rId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255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5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Rectangle 11"/>
          <p:cNvSpPr/>
          <p:nvPr userDrawn="1"/>
        </p:nvSpPr>
        <p:spPr>
          <a:xfrm rot="10800000">
            <a:off x="1" y="-2"/>
            <a:ext cx="12192000" cy="6234246"/>
          </a:xfrm>
          <a:prstGeom prst="rect">
            <a:avLst/>
          </a:prstGeom>
          <a:gradFill flip="none" rotWithShape="1">
            <a:gsLst>
              <a:gs pos="100000">
                <a:srgbClr val="CDCDD2">
                  <a:alpha val="0"/>
                </a:srgbClr>
              </a:gs>
              <a:gs pos="0">
                <a:schemeClr val="bg2">
                  <a:alpha val="31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 rot="1810808">
            <a:off x="8755244" y="247632"/>
            <a:ext cx="308205" cy="555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8187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26" name="Textfeld 8"/>
          <p:cNvSpPr txBox="1"/>
          <p:nvPr userDrawn="1"/>
        </p:nvSpPr>
        <p:spPr>
          <a:xfrm>
            <a:off x="98137" y="6286983"/>
            <a:ext cx="5885882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40741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7782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4067493" y="2732167"/>
            <a:ext cx="3935636" cy="2220834"/>
            <a:chOff x="4067493" y="2732167"/>
            <a:chExt cx="3935636" cy="2220834"/>
          </a:xfrm>
        </p:grpSpPr>
        <p:sp>
          <p:nvSpPr>
            <p:cNvPr id="14" name="Rechteck 13"/>
            <p:cNvSpPr/>
            <p:nvPr userDrawn="1"/>
          </p:nvSpPr>
          <p:spPr>
            <a:xfrm flipH="1">
              <a:off x="7697129" y="2732167"/>
              <a:ext cx="306000" cy="22208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 rot="16200000">
              <a:off x="5865693" y="933967"/>
              <a:ext cx="306000" cy="3902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24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34963" y="487581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2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mobility.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158398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blipFill dpi="0" rotWithShape="1">
          <a:blip r:embed="rId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1311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10" name="Gruppieren 9"/>
          <p:cNvGrpSpPr/>
          <p:nvPr userDrawn="1"/>
        </p:nvGrpSpPr>
        <p:grpSpPr>
          <a:xfrm rot="16200000">
            <a:off x="3361810" y="1992176"/>
            <a:ext cx="5510070" cy="2218913"/>
            <a:chOff x="6599756" y="162986"/>
            <a:chExt cx="5510070" cy="2218913"/>
          </a:xfrm>
        </p:grpSpPr>
        <p:sp>
          <p:nvSpPr>
            <p:cNvPr id="14" name="Rechteck 13"/>
            <p:cNvSpPr/>
            <p:nvPr userDrawn="1"/>
          </p:nvSpPr>
          <p:spPr>
            <a:xfrm>
              <a:off x="11803826" y="162986"/>
              <a:ext cx="306000" cy="219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 rot="16200000">
              <a:off x="9201792" y="-2191920"/>
              <a:ext cx="306000" cy="5015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1" name="Rechteck 13"/>
            <p:cNvSpPr/>
            <p:nvPr userDrawn="1"/>
          </p:nvSpPr>
          <p:spPr>
            <a:xfrm>
              <a:off x="6599756" y="162986"/>
              <a:ext cx="306000" cy="22189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29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8167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1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rgbClr val="0D0D0D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10946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bg>
      <p:bgPr>
        <a:blipFill dpi="0" rotWithShape="1">
          <a:blip r:embed="rId4">
            <a:lum/>
          </a:blip>
          <a:srcRect/>
          <a:stretch>
            <a:fillRect t="-9000" b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7012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8" name="Rectangle 11"/>
          <p:cNvSpPr/>
          <p:nvPr userDrawn="1"/>
        </p:nvSpPr>
        <p:spPr>
          <a:xfrm>
            <a:off x="-2400" y="363"/>
            <a:ext cx="12192000" cy="6197943"/>
          </a:xfrm>
          <a:prstGeom prst="rect">
            <a:avLst/>
          </a:prstGeom>
          <a:gradFill flip="none" rotWithShape="1">
            <a:gsLst>
              <a:gs pos="3763">
                <a:schemeClr val="tx1">
                  <a:alpha val="0"/>
                </a:schemeClr>
              </a:gs>
              <a:gs pos="71000">
                <a:schemeClr val="tx2">
                  <a:alpha val="53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sp>
        <p:nvSpPr>
          <p:cNvPr id="26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 rot="1810808">
            <a:off x="5934681" y="485189"/>
            <a:ext cx="308205" cy="55870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249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29194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6"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2063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Rectangle 11"/>
          <p:cNvSpPr/>
          <p:nvPr userDrawn="1"/>
        </p:nvSpPr>
        <p:spPr>
          <a:xfrm>
            <a:off x="-2400" y="11793"/>
            <a:ext cx="12192000" cy="6197943"/>
          </a:xfrm>
          <a:prstGeom prst="rect">
            <a:avLst/>
          </a:prstGeom>
          <a:gradFill flip="none" rotWithShape="1">
            <a:gsLst>
              <a:gs pos="3763">
                <a:schemeClr val="tx1">
                  <a:alpha val="0"/>
                </a:schemeClr>
              </a:gs>
              <a:gs pos="71000">
                <a:schemeClr val="tx1">
                  <a:alpha val="4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sp>
        <p:nvSpPr>
          <p:cNvPr id="10" name="Halbbogen 9"/>
          <p:cNvSpPr/>
          <p:nvPr userDrawn="1"/>
        </p:nvSpPr>
        <p:spPr>
          <a:xfrm rot="10800000">
            <a:off x="3318933" y="-105328"/>
            <a:ext cx="5503858" cy="5540928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249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27" name="Textfeld 8"/>
          <p:cNvSpPr txBox="1"/>
          <p:nvPr userDrawn="1"/>
        </p:nvSpPr>
        <p:spPr>
          <a:xfrm>
            <a:off x="98138" y="6286983"/>
            <a:ext cx="5888494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24" y="6182195"/>
            <a:ext cx="2473325" cy="726745"/>
          </a:xfrm>
          <a:prstGeom prst="rect">
            <a:avLst/>
          </a:prstGeom>
        </p:spPr>
      </p:pic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312961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841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9" name="Titel 15"/>
          <p:cNvSpPr>
            <a:spLocks noGrp="1"/>
          </p:cNvSpPr>
          <p:nvPr>
            <p:ph type="title" hasCustomPrompt="1"/>
          </p:nvPr>
        </p:nvSpPr>
        <p:spPr>
          <a:xfrm>
            <a:off x="335999" y="488549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 hasCustomPrompt="1"/>
          </p:nvPr>
        </p:nvSpPr>
        <p:spPr>
          <a:xfrm>
            <a:off x="336550" y="1212785"/>
            <a:ext cx="11518900" cy="46253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78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24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el 15"/>
          <p:cNvSpPr>
            <a:spLocks noGrp="1"/>
          </p:cNvSpPr>
          <p:nvPr>
            <p:ph type="title" hasCustomPrompt="1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 hasCustomPrompt="1"/>
          </p:nvPr>
        </p:nvSpPr>
        <p:spPr>
          <a:xfrm>
            <a:off x="334963" y="1207470"/>
            <a:ext cx="11520487" cy="46313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48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6883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4" name="Titel 15"/>
          <p:cNvSpPr>
            <a:spLocks noGrp="1"/>
          </p:cNvSpPr>
          <p:nvPr>
            <p:ph type="title" hasCustomPrompt="1"/>
          </p:nvPr>
        </p:nvSpPr>
        <p:spPr>
          <a:xfrm>
            <a:off x="335999" y="488315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5187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 hasCustomPrompt="1"/>
          </p:nvPr>
        </p:nvSpPr>
        <p:spPr>
          <a:xfrm>
            <a:off x="336550" y="1205565"/>
            <a:ext cx="11518900" cy="46332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11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8265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Halbbogen 9"/>
          <p:cNvSpPr/>
          <p:nvPr userDrawn="1"/>
        </p:nvSpPr>
        <p:spPr>
          <a:xfrm rot="10800000">
            <a:off x="367437" y="186812"/>
            <a:ext cx="5353905" cy="5354115"/>
          </a:xfrm>
          <a:prstGeom prst="blockArc">
            <a:avLst>
              <a:gd name="adj1" fmla="val 10787278"/>
              <a:gd name="adj2" fmla="val 21530093"/>
              <a:gd name="adj3" fmla="val 620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88783" y="-1"/>
            <a:ext cx="6103217" cy="623424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2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28719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8783" y="487363"/>
            <a:ext cx="5759936" cy="4556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836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733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86168" y="-1"/>
            <a:ext cx="6102000" cy="62342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7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hteck 10"/>
          <p:cNvSpPr/>
          <p:nvPr userDrawn="1"/>
        </p:nvSpPr>
        <p:spPr>
          <a:xfrm rot="1791105">
            <a:off x="2891169" y="872900"/>
            <a:ext cx="302400" cy="5338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22335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2333" y="487363"/>
            <a:ext cx="5760000" cy="455611"/>
          </a:xfr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3600"/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07642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6348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0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99245" y="0"/>
            <a:ext cx="6098400" cy="62342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7" name="Gruppieren 26"/>
          <p:cNvGrpSpPr/>
          <p:nvPr userDrawn="1"/>
        </p:nvGrpSpPr>
        <p:grpSpPr>
          <a:xfrm>
            <a:off x="1595045" y="1288421"/>
            <a:ext cx="2898694" cy="3581292"/>
            <a:chOff x="5037087" y="963578"/>
            <a:chExt cx="2898694" cy="3581292"/>
          </a:xfrm>
        </p:grpSpPr>
        <p:sp>
          <p:nvSpPr>
            <p:cNvPr id="28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29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9245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3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9245" y="487363"/>
            <a:ext cx="5760000" cy="455612"/>
          </a:xfr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97218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214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20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6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8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336550" y="1653687"/>
            <a:ext cx="115189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70880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77977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7200" y="5680430"/>
            <a:ext cx="11518249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336550" y="1649016"/>
            <a:ext cx="11518900" cy="390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9990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2410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336550" y="1650736"/>
            <a:ext cx="11518900" cy="390068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90486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137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9" hasCustomPrompt="1"/>
          </p:nvPr>
        </p:nvSpPr>
        <p:spPr>
          <a:xfrm>
            <a:off x="336486" y="1651000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6000" y="1651000"/>
            <a:ext cx="5759450" cy="39020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11731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66247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7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337200" y="1650736"/>
            <a:ext cx="5760000" cy="390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6000" y="1651000"/>
            <a:ext cx="5759450" cy="3902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6065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5158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337200" y="1650737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5450" y="1650737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41378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221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22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9" hasCustomPrompt="1"/>
          </p:nvPr>
        </p:nvSpPr>
        <p:spPr>
          <a:xfrm>
            <a:off x="4295775" y="1371745"/>
            <a:ext cx="3600450" cy="447959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30" hasCustomPrompt="1"/>
          </p:nvPr>
        </p:nvSpPr>
        <p:spPr>
          <a:xfrm>
            <a:off x="336550" y="1371744"/>
            <a:ext cx="3598863" cy="353252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31" hasCustomPrompt="1"/>
          </p:nvPr>
        </p:nvSpPr>
        <p:spPr>
          <a:xfrm>
            <a:off x="8256587" y="1371600"/>
            <a:ext cx="3598863" cy="35321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67625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2869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42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44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9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1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4295775" y="1371600"/>
            <a:ext cx="3600450" cy="44799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336550" y="1371600"/>
            <a:ext cx="3598863" cy="35300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31" hasCustomPrompt="1"/>
          </p:nvPr>
        </p:nvSpPr>
        <p:spPr>
          <a:xfrm>
            <a:off x="8256587" y="1371600"/>
            <a:ext cx="3598863" cy="353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49083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9173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41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43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9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23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2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9" hasCustomPrompt="1"/>
          </p:nvPr>
        </p:nvSpPr>
        <p:spPr>
          <a:xfrm>
            <a:off x="4295775" y="1371600"/>
            <a:ext cx="3600450" cy="44799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30" hasCustomPrompt="1"/>
          </p:nvPr>
        </p:nvSpPr>
        <p:spPr>
          <a:xfrm>
            <a:off x="336550" y="1371600"/>
            <a:ext cx="3598863" cy="35316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31" hasCustomPrompt="1"/>
          </p:nvPr>
        </p:nvSpPr>
        <p:spPr>
          <a:xfrm>
            <a:off x="8257687" y="1371600"/>
            <a:ext cx="3598863" cy="35316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3177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8278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88783" y="0"/>
            <a:ext cx="6103217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5775"/>
            <a:ext cx="5411788" cy="55229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45934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97154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7417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97588" y="0"/>
            <a:ext cx="6096000" cy="622035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6451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6451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5775"/>
            <a:ext cx="5411788" cy="55229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9860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0141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88783" y="0"/>
            <a:ext cx="6103217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7363"/>
            <a:ext cx="5411788" cy="5521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043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2477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6088783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5775"/>
            <a:ext cx="5411788" cy="55229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69496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695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-5821" y="0"/>
            <a:ext cx="6091990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5775"/>
            <a:ext cx="5411788" cy="55229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59276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195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6088783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7363"/>
            <a:ext cx="5411788" cy="5521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87538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5738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224380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426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4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7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9464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322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14894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046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3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0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9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70293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0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5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4"/>
          <p:cNvSpPr/>
          <p:nvPr userDrawn="1"/>
        </p:nvSpPr>
        <p:spPr>
          <a:xfrm rot="13500000">
            <a:off x="5494916" y="3004417"/>
            <a:ext cx="306000" cy="28986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sp>
        <p:nvSpPr>
          <p:cNvPr id="20" name="Rechteck 15"/>
          <p:cNvSpPr/>
          <p:nvPr userDrawn="1"/>
        </p:nvSpPr>
        <p:spPr>
          <a:xfrm rot="8100000">
            <a:off x="5518574" y="1025472"/>
            <a:ext cx="306000" cy="299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86682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999" y="487364"/>
            <a:ext cx="11520000" cy="561786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3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0"/>
          <p:cNvSpPr/>
          <p:nvPr userDrawn="1"/>
        </p:nvSpPr>
        <p:spPr>
          <a:xfrm rot="1791105">
            <a:off x="5490638" y="832918"/>
            <a:ext cx="302400" cy="53380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1007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1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0701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4250371" y="2732167"/>
            <a:ext cx="3772008" cy="2124000"/>
            <a:chOff x="4250371" y="2732167"/>
            <a:chExt cx="3772008" cy="2124000"/>
          </a:xfrm>
        </p:grpSpPr>
        <p:sp>
          <p:nvSpPr>
            <p:cNvPr id="17" name="Rechteck 13"/>
            <p:cNvSpPr/>
            <p:nvPr userDrawn="1"/>
          </p:nvSpPr>
          <p:spPr>
            <a:xfrm flipH="1">
              <a:off x="7716379" y="2732167"/>
              <a:ext cx="306000" cy="21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8" name="Rechteck 14"/>
            <p:cNvSpPr/>
            <p:nvPr userDrawn="1"/>
          </p:nvSpPr>
          <p:spPr>
            <a:xfrm rot="16200000">
              <a:off x="5972971" y="1009567"/>
              <a:ext cx="306000" cy="375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03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56924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06060" y="649078"/>
            <a:ext cx="2124001" cy="5278127"/>
            <a:chOff x="5007389" y="346597"/>
            <a:chExt cx="2124001" cy="5278127"/>
          </a:xfrm>
        </p:grpSpPr>
        <p:sp>
          <p:nvSpPr>
            <p:cNvPr id="18" name="Rechteck 13"/>
            <p:cNvSpPr/>
            <p:nvPr userDrawn="1"/>
          </p:nvSpPr>
          <p:spPr>
            <a:xfrm rot="16200000">
              <a:off x="5916389" y="-562403"/>
              <a:ext cx="306000" cy="212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9" name="Rechteck 14"/>
            <p:cNvSpPr/>
            <p:nvPr userDrawn="1"/>
          </p:nvSpPr>
          <p:spPr>
            <a:xfrm rot="10800000">
              <a:off x="5007390" y="593725"/>
              <a:ext cx="306000" cy="501581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20" name="Rechteck 13"/>
            <p:cNvSpPr/>
            <p:nvPr userDrawn="1"/>
          </p:nvSpPr>
          <p:spPr>
            <a:xfrm rot="16200000">
              <a:off x="5916390" y="4409724"/>
              <a:ext cx="306000" cy="212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13" name="Rectangle 12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5" name="Datumsplatzhalter 12"/>
          <p:cNvSpPr>
            <a:spLocks noGrp="1"/>
          </p:cNvSpPr>
          <p:nvPr userDrawn="1"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6" name="Fußzeilenplatzhalter 13"/>
          <p:cNvSpPr>
            <a:spLocks noGrp="1"/>
          </p:cNvSpPr>
          <p:nvPr userDrawn="1"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21" name="Foliennummernplatzhalter 14"/>
          <p:cNvSpPr>
            <a:spLocks noGrp="1"/>
          </p:cNvSpPr>
          <p:nvPr userDrawn="1"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1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040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pic>
        <p:nvPicPr>
          <p:cNvPr id="16" name="Grafik 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1" t="35203" r="40853" b="38426"/>
          <a:stretch/>
        </p:blipFill>
        <p:spPr>
          <a:xfrm>
            <a:off x="3396008" y="845179"/>
            <a:ext cx="3509144" cy="499492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7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1570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8" name="Halbbogen 9"/>
          <p:cNvSpPr/>
          <p:nvPr userDrawn="1"/>
        </p:nvSpPr>
        <p:spPr>
          <a:xfrm rot="10800000">
            <a:off x="3527990" y="122928"/>
            <a:ext cx="5292000" cy="5418000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17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1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0115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1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0" name="Halbbogen 9"/>
          <p:cNvSpPr/>
          <p:nvPr userDrawn="1"/>
        </p:nvSpPr>
        <p:spPr>
          <a:xfrm rot="10800000">
            <a:off x="3548712" y="122928"/>
            <a:ext cx="5292000" cy="5418000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0299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210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feld 8"/>
          <p:cNvSpPr txBox="1"/>
          <p:nvPr userDrawn="1"/>
        </p:nvSpPr>
        <p:spPr>
          <a:xfrm>
            <a:off x="98138" y="6286983"/>
            <a:ext cx="5888494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Rechteck 10"/>
          <p:cNvSpPr/>
          <p:nvPr userDrawn="1"/>
        </p:nvSpPr>
        <p:spPr>
          <a:xfrm rot="1791105">
            <a:off x="5808271" y="610967"/>
            <a:ext cx="302400" cy="5338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6929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1114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9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37087" y="963578"/>
            <a:ext cx="2898694" cy="3581292"/>
            <a:chOff x="5037087" y="963578"/>
            <a:chExt cx="2898694" cy="3581292"/>
          </a:xfrm>
        </p:grpSpPr>
        <p:sp>
          <p:nvSpPr>
            <p:cNvPr id="11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3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0324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478913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7" imgW="395" imgH="394" progId="TCLayout.ActiveDocument.1">
                  <p:embed/>
                </p:oleObj>
              </mc:Choice>
              <mc:Fallback>
                <p:oleObj name="think-cell Slide" r:id="rId47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Titelplatzhalter 10"/>
          <p:cNvSpPr>
            <a:spLocks noGrp="1"/>
          </p:cNvSpPr>
          <p:nvPr>
            <p:ph type="title"/>
          </p:nvPr>
        </p:nvSpPr>
        <p:spPr>
          <a:xfrm>
            <a:off x="336000" y="487363"/>
            <a:ext cx="11520000" cy="4556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idx="1"/>
          </p:nvPr>
        </p:nvSpPr>
        <p:spPr>
          <a:xfrm>
            <a:off x="336000" y="1212784"/>
            <a:ext cx="11520000" cy="489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E8F6F8-49B1-5047-BA9A-19AC9B45E97F}"/>
              </a:ext>
            </a:extLst>
          </p:cNvPr>
          <p:cNvSpPr/>
          <p:nvPr userDrawn="1"/>
        </p:nvSpPr>
        <p:spPr>
          <a:xfrm>
            <a:off x="6088782" y="6234244"/>
            <a:ext cx="6103217" cy="624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DE">
                <a:latin typeface="+mn-lt"/>
                <a:sym typeface="FK CARIAD Light" pitchFamily="50" charset="0"/>
              </a:rPr>
              <a:t>  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D4B75-9295-36FE-1263-EAB64A17FF4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2615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3600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None/>
        <a:defRPr sz="3600" kern="1200">
          <a:solidFill>
            <a:schemeClr val="tx1"/>
          </a:solidFill>
          <a:latin typeface="+mj-lt"/>
          <a:ea typeface="+mj-ea"/>
          <a:cs typeface="+mj-cs"/>
          <a:sym typeface="FK CARIAD Light" pitchFamily="50" charset="0"/>
        </a:defRPr>
      </a:lvl1pPr>
    </p:titleStyle>
    <p:bodyStyle>
      <a:lvl1pPr marL="2286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1pPr>
      <a:lvl2pPr marL="6858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2pPr>
      <a:lvl3pPr marL="11430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3pPr>
      <a:lvl4pPr marL="16002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4pPr>
      <a:lvl5pPr marL="20574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866">
          <p15:clr>
            <a:srgbClr val="F26B43"/>
          </p15:clr>
        </p15:guide>
        <p15:guide id="6" orient="horz" pos="78">
          <p15:clr>
            <a:srgbClr val="F26B43"/>
          </p15:clr>
        </p15:guide>
        <p15:guide id="7" pos="2026">
          <p15:clr>
            <a:srgbClr val="F26B43"/>
          </p15:clr>
        </p15:guide>
        <p15:guide id="8" pos="5654">
          <p15:clr>
            <a:srgbClr val="F26B43"/>
          </p15:clr>
        </p15:guide>
        <p15:guide id="9" orient="horz" pos="24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BD51-D8A8-BECD-F1F5-B9A6BEFB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9AA1A-C512-6032-9825-E0EB8EB4084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March 26th, 2021 | Location | Dept.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6AC99-BB2A-C9C5-3016-8E5D5AB0D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/ CONFIDENTIAL / SECRET | CSD class: 2.5 – max. 15 years [please adapt]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E4F84-E80D-73E5-63BE-58F77EA6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EF08B-16B7-3867-1F08-2BE5F6204D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5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dxF4DHDBQDDFh01x.4h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bmW9iJWilnYxKQFNKq7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w9PTqqsEAjw1Q2OZx6a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8650CEzvZDngRBUZubN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QXrteg0zgFoHVik0h3h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FL4w7zNfyyoI_sH61sQ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1xUjw9bsppmCW3gbj78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5lCINg.hn6Z4y2PCtz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m5gaHlu96yTy4EfXVDj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r5AgunFEC4oXfqZbtHo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bSYWE8fGNFvqc.jcnfy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s14BrPp2z0sxmZaG3LM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rtETvFz4VkL8IncLe9y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IAD">
  <a:themeElements>
    <a:clrScheme name="CARIAD Colors">
      <a:dk1>
        <a:srgbClr val="1D0638"/>
      </a:dk1>
      <a:lt1>
        <a:srgbClr val="FFFFFF"/>
      </a:lt1>
      <a:dk2>
        <a:srgbClr val="373741"/>
      </a:dk2>
      <a:lt2>
        <a:srgbClr val="CDCDD2"/>
      </a:lt2>
      <a:accent1>
        <a:srgbClr val="442EE0"/>
      </a:accent1>
      <a:accent2>
        <a:srgbClr val="1EEF97"/>
      </a:accent2>
      <a:accent3>
        <a:srgbClr val="FEF04A"/>
      </a:accent3>
      <a:accent4>
        <a:srgbClr val="1D0638"/>
      </a:accent4>
      <a:accent5>
        <a:srgbClr val="EE4C40"/>
      </a:accent5>
      <a:accent6>
        <a:srgbClr val="442EE0"/>
      </a:accent6>
      <a:hlink>
        <a:srgbClr val="1EEF97"/>
      </a:hlink>
      <a:folHlink>
        <a:srgbClr val="1EEF97"/>
      </a:folHlink>
    </a:clrScheme>
    <a:fontScheme name="CARIAD Fonts">
      <a:majorFont>
        <a:latin typeface="FK CARIAD Light"/>
        <a:ea typeface=""/>
        <a:cs typeface=""/>
      </a:majorFont>
      <a:minorFont>
        <a:latin typeface="FK CARIA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90000">
              <a:schemeClr val="accent2"/>
            </a:gs>
            <a:gs pos="91000">
              <a:schemeClr val="bg1">
                <a:lumMod val="85000"/>
              </a:schemeClr>
            </a:gs>
          </a:gsLst>
          <a:lin ang="0" scaled="0"/>
          <a:tileRect/>
        </a:gradFill>
        <a:ln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1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FK CARIAD Light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1" id="{857EB5B6-21B0-4D3E-865D-E958B125B799}" vid="{1D75B7D8-8AD6-45BE-8E84-9644D6B7D563}"/>
    </a:ext>
  </a:extLst>
</a:theme>
</file>

<file path=docMetadata/LabelInfo.xml><?xml version="1.0" encoding="utf-8"?>
<clbl:labelList xmlns:clbl="http://schemas.microsoft.com/office/2020/mipLabelMetadata">
  <clbl:label id="{b0ff92c5-92ff-43fe-a760-6a9303f9073d}" enabled="1" method="Standard" siteId="{1272ef7d-0a4c-4c35-8f4b-416e283c5d59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FK CARIAD Light</vt:lpstr>
      <vt:lpstr>Symbol</vt:lpstr>
      <vt:lpstr>CARIAD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Gong, Xueli (C|TF-3)</dc:creator>
  <cp:lastModifiedBy>Gong, Xueli (C|TF-3)</cp:lastModifiedBy>
  <cp:revision>1</cp:revision>
  <dcterms:created xsi:type="dcterms:W3CDTF">2026-05-15T02:37:39Z</dcterms:created>
  <dcterms:modified xsi:type="dcterms:W3CDTF">2026-05-15T02:38:36Z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CARIAD:5</vt:lpwstr>
  </property>
  <property fmtid="{D5CDD505-2E9C-101B-9397-08002B2CF9AE}" pid="3" name="ClassificationContentMarkingFooterText">
    <vt:lpwstr>INTERNAL</vt:lpwstr>
  </property>
</Properties>
</file>